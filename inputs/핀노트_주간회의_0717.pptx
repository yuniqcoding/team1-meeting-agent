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7월 17일 목요일 저녁에 진행된 핀노트 프로덕트 주간회의 결과 공유입니다.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핀노트 프로덕트 주간회의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3246120"/>
            <a:ext cx="1828800" cy="54864"/>
          </a:xfrm>
          <a:prstGeom prst="rect">
            <a:avLst/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17일(목) 저녁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작성자: 최유라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463040" cy="54864"/>
          </a:xfrm>
          <a:prstGeom prst="rect">
            <a:avLst/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1737360" cy="566928"/>
          </a:xfrm>
          <a:prstGeom prst="rect">
            <a:avLst/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55448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17일(목) 저녁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1737360" cy="566928"/>
          </a:xfrm>
          <a:prstGeom prst="rect">
            <a:avLst/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677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참석자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26771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한동균(팀리드), 김지우(기획), 서다인(디자인), 문세영(개발)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80944"/>
            <a:ext cx="1737360" cy="566928"/>
          </a:xfrm>
          <a:prstGeom prst="rect">
            <a:avLst/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809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298094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정민호 (휴가)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1737360" cy="566928"/>
          </a:xfrm>
          <a:prstGeom prst="rect">
            <a:avLst/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941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69417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자동연동 베타 / 주간 리포트 푸시 알림 / 신규 가입 이탈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07408"/>
            <a:ext cx="1737360" cy="566928"/>
          </a:xfrm>
          <a:prstGeom prst="rect">
            <a:avLst/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074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작성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440740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김지우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핀노트 프로덕트 주간회의 · 7/17(목)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0" y="6263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요약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463040" cy="54864"/>
          </a:xfrm>
          <a:prstGeom prst="rect">
            <a:avLst/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00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5636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자동연동 베타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 은행 연동 실패로 이번 주 오픈 보류.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실패해도 앱이 멈추지 않도록 하는 처리를 먼저 진행합니다.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815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3044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리포트 푸시 알림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429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열람률이 낮아 발송 시간을 저녁으로 바꿔 테스트하고,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문구도 새로 준비합니다.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6285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628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가입 이탈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1032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3단계(계좌 연결) 이탈이 많으나 원인이 불분명해,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인터뷰 방안을 다음 회의에서 다시 논의합니다.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핀노트 프로덕트 주간회의 · 7/17(목)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0" y="6263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 1. 카드 자동연동 베타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463040" cy="54864"/>
          </a:xfrm>
          <a:prstGeom prst="rect">
            <a:avLst/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457200"/>
            <a:ext cx="2468880" cy="411480"/>
          </a:xfrm>
          <a:prstGeom prst="roundRect">
            <a:avLst>
              <a:gd name="adj" fmla="val 22222"/>
            </a:avLst>
          </a:prstGeom>
          <a:solidFill>
            <a:srgbClr val="B565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457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오픈 보류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 내용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개발은 거의 완료되었으나, 일부 은행(두세 곳) 연동이 반복 실패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화면이 멈춘 것처럼 보인다는 피드백 접수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사항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오픈은 무리라는 데 참석자 전원 동의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실패해도 앱이 멈추지 않도록 하는 처리를 먼저 진행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064240" cy="1005840"/>
          </a:xfrm>
          <a:prstGeom prst="rect">
            <a:avLst/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480560"/>
            <a:ext cx="73152" cy="1005840"/>
          </a:xfrm>
          <a:prstGeom prst="rect">
            <a:avLst/>
          </a:prstGeom>
          <a:solidFill>
            <a:srgbClr val="B565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6177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안 정해진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재오픈 날짜 — 실패 처리 완료 후 재논의 (미정)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핀노트 프로덕트 주간회의 · 7/17(목)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0" y="6263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 2. 주간 리포트 푸시 알림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463040" cy="54864"/>
          </a:xfrm>
          <a:prstGeom prst="rect">
            <a:avLst/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457200"/>
            <a:ext cx="2468880" cy="411480"/>
          </a:xfrm>
          <a:prstGeom prst="roundRect">
            <a:avLst>
              <a:gd name="adj" fmla="val 22222"/>
            </a:avLst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457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발송 테스트 결정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 내용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발송은 되고 있으나 열람률이 한 자릿수로 낮음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발송이 출근 시간과 겹쳐 묻히는 것으로 추정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문구가 다소 딱딱하다는 의견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사항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시간을 저녁으로 바꿔 테스트하기로 결정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알림 문구 후보를 준비하기로 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064240" cy="1005840"/>
          </a:xfrm>
          <a:prstGeom prst="rect">
            <a:avLst/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480560"/>
            <a:ext cx="73152" cy="1005840"/>
          </a:xfrm>
          <a:prstGeom prst="rect">
            <a:avLst/>
          </a:prstGeom>
          <a:solidFill>
            <a:srgbClr val="B565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6177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안 정해진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발송의 구체적인 시각 (미정)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핀노트 프로덕트 주간회의 · 7/17(목)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0" y="6263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안건 3. 신규 가입 이탈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463040" cy="54864"/>
          </a:xfrm>
          <a:prstGeom prst="rect">
            <a:avLst/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457200"/>
            <a:ext cx="2468880" cy="411480"/>
          </a:xfrm>
          <a:prstGeom prst="roundRect">
            <a:avLst>
              <a:gd name="adj" fmla="val 22222"/>
            </a:avLst>
          </a:prstGeom>
          <a:solidFill>
            <a:srgbClr val="5A64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457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파악 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 내용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3단계(계좌 연결)에서 이탈이 유독 많음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로그만으로는 원인을 특정하기 어렵다는 개발 의견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사항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인터뷰를 진행하자는 의견이 나왔으나 확정되지 않음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064240" cy="1005840"/>
          </a:xfrm>
          <a:prstGeom prst="rect">
            <a:avLst/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480560"/>
            <a:ext cx="73152" cy="1005840"/>
          </a:xfrm>
          <a:prstGeom prst="rect">
            <a:avLst/>
          </a:prstGeom>
          <a:solidFill>
            <a:srgbClr val="B565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6177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안 정해진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인터뷰 대상·일정 — 다음 회의에서 재논의 (미정)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핀노트 프로덕트 주간회의 · 7/17(목)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0" y="6263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463040" cy="54864"/>
          </a:xfrm>
          <a:prstGeom prst="rect">
            <a:avLst/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 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문세영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은행별 연동 실패 목록 정리·공유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회의 전까지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문세영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리포트 알림 저녁 발송 테스트 세팅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회의 전까지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서다인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알림 문구 후보 준비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회의 전까지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65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온보딩 이탈 인터뷰 대상·일정 확정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회의에서 재논의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담당자나 기한이 회의에서 정해지지 않은 항목은 '미정'으로 표기했습니다.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핀노트 프로덕트 주간회의 · 7/17(목)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263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미정 항목 · 다음 회의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463040" cy="54864"/>
          </a:xfrm>
          <a:prstGeom prst="rect">
            <a:avLst/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결정되지 않은 사항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자동연동 베타 재오픈 날짜 — 실패 처리 완료 후 재논의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실패가 발생하는 은행이 어디인지 (목록 정리 예정)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리포트 알림의 저녁 발송 구체적 시각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이탈의 정확한 원인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인터뷰 담당자 및 진행 일정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회의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0109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목요일 저녁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핀노트 프로덕트 주간회의 · 7/17(목)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263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· 용어 풀이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463040" cy="54864"/>
          </a:xfrm>
          <a:prstGeom prst="rect">
            <a:avLst/>
          </a:prstGeom>
          <a:solidFill>
            <a:srgbClr val="2E6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68880" y="1554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출시 전에 일부 사용자에게 먼저 공개해 문제를 확인하는 시험 단계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20848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서비스와 은행 같은 외부 시스템을 연결해 정보를 주고받는 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151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열람률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61518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보낸 알림 중 실제로 열어본 비율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45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314553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가입한 사용자가 서비스를 처음 쓰도록 안내하는 초기 과정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675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67588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과정을 끝내지 못하고 도중에 나가버리는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4206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시스템에 남는 사용 기록으로, 문제 원인을 찾을 때 참고함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4736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알림이나 광고에 들어가는 짧은 문구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작성자: 최유라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핀노트 프로덕트 주간회의 · 7/17(목)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0" y="6263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핀노트 프로덕트 주간회의 (7/17)</dc:title>
  <dc:subject>PptxGenJS Presentation</dc:subject>
  <dc:creator>최유라</dc:creator>
  <cp:lastModifiedBy>최유라</cp:lastModifiedBy>
  <cp:revision>1</cp:revision>
  <dcterms:created xsi:type="dcterms:W3CDTF">2026-07-28T09:18:33Z</dcterms:created>
  <dcterms:modified xsi:type="dcterms:W3CDTF">2026-07-28T09:18:33Z</dcterms:modified>
</cp:coreProperties>
</file>